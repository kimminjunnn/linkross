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c734a11ef435f" /><Relationship Type="http://schemas.openxmlformats.org/officeDocument/2006/relationships/extended-properties" Target="/docProps/app.xml" Id="R778ea195dbd14c8d" /><Relationship Type="http://schemas.openxmlformats.org/officeDocument/2006/relationships/officeDocument" Target="/ppt/presentation.xml" Id="R03e173479a494a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8826a6f604128"/>
  </p:sldMasterIdLst>
  <p:notesMasterIdLst>
    <p:notesMasterId xmlns:r="http://schemas.openxmlformats.org/officeDocument/2006/relationships" r:id="R83900628a954429f"/>
  </p:notesMasterIdLst>
  <p:sldIdLst>
    <p:sldId xmlns:r="http://schemas.openxmlformats.org/officeDocument/2006/relationships" id="256" r:id="R9dc25c3633fb46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e259329a424a15" /><Relationship Type="http://schemas.openxmlformats.org/officeDocument/2006/relationships/slideMaster" Target="/ppt/slideMasters/slideMaster1.xml" Id="Rcc68826a6f604128" /><Relationship Type="http://schemas.openxmlformats.org/officeDocument/2006/relationships/notesMaster" Target="/ppt/notesMasters/notesMaster1.xml" Id="R83900628a954429f" /><Relationship Type="http://schemas.openxmlformats.org/officeDocument/2006/relationships/presProps" Target="/ppt/presProps.xml" Id="Rd00a33239c154aff" /><Relationship Type="http://schemas.openxmlformats.org/officeDocument/2006/relationships/tableStyles" Target="/ppt/tableStyles.xml" Id="R7829c0805af94719" /><Relationship Type="http://schemas.openxmlformats.org/officeDocument/2006/relationships/slide" Target="/ppt/slides/slide1.xml" Id="R9dc25c3633fb46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090fac44549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30e611ce894d15" /><Relationship Type="http://schemas.openxmlformats.org/officeDocument/2006/relationships/notesMaster" Target="/ppt/notesMasters/notesMaster1.xml" Id="R16bce9bd54cd4b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/Users/mj/Dev/LinKross/package.json (technology dependencies)</a:t>
            </a:r>
          </a:p>
          <a:p xmlns:a="http://schemas.openxmlformats.org/drawingml/2006/main">
            <a:r>
              <a:t>- /Users/mj/Dev/LinKross/src/lib/backend and src/app/actions (Next.js server layer)</a:t>
            </a:r>
          </a:p>
          <a:p xmlns:a="http://schemas.openxmlformats.org/drawingml/2006/main">
            <a:r>
              <a:t>- /Users/mj/Dev/LinKross/src/lib/verification-runner/vercel-sandbox.ts (verification stack)</a:t>
            </a:r>
          </a:p>
          <a:p xmlns:a="http://schemas.openxmlformats.org/drawingml/2006/main">
            <a:r>
              <a:t>- /Users/mj/Dev/LinKross/src/lib/onchain-payment.ts (Base Sepolia USDC verification)</a:t>
            </a:r>
          </a:p>
          <a:p xmlns:a="http://schemas.openxmlformats.org/drawingml/2006/main">
            <a:r>
              <a:t>- https://simpleicons.org/ (Gemini, PostgreSQL, GitHub, Vercel icons)</a:t>
            </a:r>
          </a:p>
          <a:p xmlns:a="http://schemas.openxmlformats.org/drawingml/2006/main">
            <a:r>
              <a:t>- https://github.com/base/brand-kit (official Base logo)</a:t>
            </a:r>
          </a:p>
          <a:p xmlns:a="http://schemas.openxmlformats.org/drawingml/2006/main">
            <a:r>
              <a:t>- /Users/mj/Dev/LinKross/public/presentation/backend-vibe/assets/logos (Next.js, TypeScript, Supabase icons)</a:t>
            </a:r>
          </a:p>
          <a:p xmlns:a="http://schemas.openxmlformats.org/drawingml/2006/main">
            <a:r>
              <a:t>- /Users/mj/Dev/LinKross/node_modules/playwright-core/lib/vite/recorder/playwright-logo.svg (Playwright icon)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5a62e697b4d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e2054a3cb747f6" /><Relationship Type="http://schemas.openxmlformats.org/officeDocument/2006/relationships/slideLayout" Target="/ppt/slideLayouts/slideLayout1.xml" Id="R41574297288142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574297288142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fc6264a734417" /><Relationship Type="http://schemas.openxmlformats.org/officeDocument/2006/relationships/image" Target="/ppt/media/image.png" Id="R1e6f0999a6544b9d" /><Relationship Type="http://schemas.openxmlformats.org/officeDocument/2006/relationships/image" Target="/ppt/media/image2.png" Id="R8847386e77bf445c" /><Relationship Type="http://schemas.openxmlformats.org/officeDocument/2006/relationships/image" Target="/ppt/media/image.svg" Id="Rfb7c627f5c5f4f66" /><Relationship Type="http://schemas.openxmlformats.org/officeDocument/2006/relationships/image" Target="/ppt/media/image3.png" Id="Rf872e8eadc7642ea" /><Relationship Type="http://schemas.openxmlformats.org/officeDocument/2006/relationships/image" Target="/ppt/media/image2.svg" Id="R5c7f1e8c16b94f21" /><Relationship Type="http://schemas.openxmlformats.org/officeDocument/2006/relationships/image" Target="/ppt/media/image4.png" Id="R6b990f0dda3a4c67" /><Relationship Type="http://schemas.openxmlformats.org/officeDocument/2006/relationships/image" Target="/ppt/media/image3.svg" Id="R5d7a83682b884c77" /><Relationship Type="http://schemas.openxmlformats.org/officeDocument/2006/relationships/image" Target="/ppt/media/image5.png" Id="Re2592a8940954fb5" /><Relationship Type="http://schemas.openxmlformats.org/officeDocument/2006/relationships/image" Target="/ppt/media/image4.svg" Id="R042aa8b7c7f54ea0" /><Relationship Type="http://schemas.openxmlformats.org/officeDocument/2006/relationships/image" Target="/ppt/media/image6.png" Id="Rff12247b7c204530" /><Relationship Type="http://schemas.openxmlformats.org/officeDocument/2006/relationships/image" Target="/ppt/media/image5.svg" Id="R35e02474881c4b92" /><Relationship Type="http://schemas.openxmlformats.org/officeDocument/2006/relationships/image" Target="/ppt/media/image7.png" Id="Ra61949df0d594f0e" /><Relationship Type="http://schemas.openxmlformats.org/officeDocument/2006/relationships/image" Target="/ppt/media/image6.svg" Id="R60cdd766c4924469" /><Relationship Type="http://schemas.openxmlformats.org/officeDocument/2006/relationships/image" Target="/ppt/media/image8.png" Id="R3e71eebb9bae4731" /><Relationship Type="http://schemas.openxmlformats.org/officeDocument/2006/relationships/image" Target="/ppt/media/image7.svg" Id="Ra30ef943badf44c3" /><Relationship Type="http://schemas.openxmlformats.org/officeDocument/2006/relationships/image" Target="/ppt/media/image9.png" Id="R574af0175b9d4192" /><Relationship Type="http://schemas.openxmlformats.org/officeDocument/2006/relationships/image" Target="/ppt/media/image8.svg" Id="Rea6b48dfc51246d4" /><Relationship Type="http://schemas.openxmlformats.org/officeDocument/2006/relationships/image" Target="/ppt/media/image10.png" Id="Rf35205729ec14ef2" /><Relationship Type="http://schemas.openxmlformats.org/officeDocument/2006/relationships/image" Target="/ppt/media/image9.svg" Id="R2e92f4756ef4495a" /><Relationship Type="http://schemas.openxmlformats.org/officeDocument/2006/relationships/notesSlide" Target="/ppt/notesSlides/notesSlide1.xml" Id="R06f1ef2fcb5d4d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f0999a6544b9d"/>
          <a:stretch xmlns:a="http://schemas.openxmlformats.org/drawingml/2006/main"/>
        </p:blipFill>
        <p:spPr>
          <a:xfrm xmlns:a="http://schemas.openxmlformats.org/drawingml/2006/main">
            <a:off x="514350" y="296740"/>
            <a:ext cx="1762125" cy="40664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D8A0F-8874-4C28-BC47-0F4F341B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서비스 기획자/PM을 위한 AI 활용 데이터 실무 프로젝트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04A31-F1DA-4A1E-A08B-79E2DE81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TECH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543E9-64E9-4584-8147-EE8F054A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181B"/>
                </a:solidFill>
              </a:defRPr>
            </a:pPr>
            <a:r>
              <a:rPr sz="2775" b="1">
                <a:solidFill>
                  <a:srgbClr val="18181B"/>
                </a:solidFill>
              </a:rPr>
              <a:t>LinKross를 구성한 기술 스택입니다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D8061-411C-4AAF-B8C3-A62A3DE8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Next.js 풀스택을 중심으로 AI 명세, 실행형 검수, 테스트넷 지급을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EA5BB-B5CD-4A6E-A277-C5FF1CEE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62200"/>
            <a:ext cx="95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9E1AD-A866-4297-9E62-D8F7947A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62200"/>
            <a:ext cx="95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058C7-4B73-441B-A0A9-4BA1910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62200"/>
            <a:ext cx="95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15676-2BFC-4264-BA49-08F8AB9E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0477B-A703-4F16-9E0A-5B3F2918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B"/>
                </a:solidFill>
              </a:defRPr>
            </a:pPr>
            <a:r>
              <a:rPr sz="1350" b="1">
                <a:solidFill>
                  <a:srgbClr val="18181B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4B526-ACFF-466B-A95F-BB0F012C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화면과 백엔드를 하나의 앱으로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C3C38-884E-4EFE-BDEF-F287BFBD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7386e77bf445c">
            <a:extLst>
              <a:ext uri="{96DAC541-7B7A-43D3-8B79-37D633B846F1}">
                <asvg:svgBlip xmlns:asvg="http://schemas.microsoft.com/office/drawing/2016/SVG/main" r:embed="Rfb7c627f5c5f4f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7671B-2C2D-4E51-B756-2E3733B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Next.js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BD899-F2D6-4F3C-B050-79E1C114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2e8eadc7642ea">
            <a:extLst>
              <a:ext uri="{96DAC541-7B7A-43D3-8B79-37D633B846F1}">
                <asvg:svgBlip xmlns:asvg="http://schemas.microsoft.com/office/drawing/2016/SVG/main" r:embed="R5c7f1e8c16b94f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05025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1BD5F-AE12-44C9-856B-A0DBBEA2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TypeScript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3814B-FFD7-404B-90AF-48B6253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Server Actions · Route Handlers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7A042-BC92-49A4-9F17-FF59AE2C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97316"/>
                </a:solidFill>
              </a:defRPr>
            </a:pPr>
            <a:r>
              <a:rPr sz="1050" b="0">
                <a:solidFill>
                  <a:srgbClr val="F97316"/>
                </a:solidFill>
              </a:rPr>
              <a:t>Frontend +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7FBB9-F9B8-4C56-B208-1A363EF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431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F0412-F240-4290-96E6-309A92C0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24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B"/>
                </a:solidFill>
              </a:defRPr>
            </a:pPr>
            <a:r>
              <a:rPr sz="1350" b="1">
                <a:solidFill>
                  <a:srgbClr val="18181B"/>
                </a:solidFill>
              </a:rPr>
              <a:t>AI &amp;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B64D9-8417-4BF4-A403-BC01F655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명세를 만들고 프로젝트 이력을 보존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BA358-8BAC-4DC6-9B37-BEB6A14B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8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90f0dda3a4c67">
            <a:extLst>
              <a:ext uri="{96DAC541-7B7A-43D3-8B79-37D633B846F1}">
                <asvg:svgBlip xmlns:asvg="http://schemas.microsoft.com/office/drawing/2016/SVG/main" r:embed="R5d7a83682b884c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0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44B41-1FD4-46B4-B9B8-0E421C45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Gemini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49112-84A2-4D22-BEEF-4A003AD6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B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92a8940954fb5">
            <a:extLst>
              <a:ext uri="{96DAC541-7B7A-43D3-8B79-37D633B846F1}">
                <asvg:svgBlip xmlns:asvg="http://schemas.microsoft.com/office/drawing/2016/SVG/main" r:embed="R042aa8b7c7f54e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86300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87F38B-6921-4D7A-A163-82CD2B1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Supabase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1A6A4-1889-4C2B-A7BC-CCE7B10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2247b7c204530">
            <a:extLst>
              <a:ext uri="{96DAC541-7B7A-43D3-8B79-37D633B846F1}">
                <asvg:svgBlip xmlns:asvg="http://schemas.microsoft.com/office/drawing/2016/SVG/main" r:embed="R35e02474881c4b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62600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067DAF-19F1-47BA-B279-E91DDBD7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7927B8-2C3F-4202-9199-E7BB08FF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4291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181B"/>
                </a:solidFill>
              </a:defRPr>
            </a:pPr>
            <a:r>
              <a:rPr sz="1050" b="1">
                <a:solidFill>
                  <a:srgbClr val="18181B"/>
                </a:solidFill>
              </a:rPr>
              <a:t>Preset · RAG · Auth · RLS · 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CD45E-26A6-43E3-B5D7-6E52075D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43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97316"/>
                </a:solidFill>
              </a:defRPr>
            </a:pPr>
            <a:r>
              <a:rPr sz="1050" b="0">
                <a:solidFill>
                  <a:srgbClr val="F97316"/>
                </a:solidFill>
              </a:rPr>
              <a:t>명세 생성 + 데이터 계층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426A80-426A-4354-B43B-6447C7A7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8656F5-E52B-4A10-9A5C-F91FB382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24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B"/>
                </a:solidFill>
              </a:defRPr>
            </a:pPr>
            <a:r>
              <a:rPr sz="1350" b="1">
                <a:solidFill>
                  <a:srgbClr val="18181B"/>
                </a:solidFill>
              </a:rPr>
              <a:t>VERIFICATION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13BEF-54CE-4930-88D8-5BEB782A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제출 커밋을 실제로 설치하고 실행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DB0D7-80CC-43FF-912F-0FCDEF0A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949df0d594f0e">
            <a:extLst>
              <a:ext uri="{96DAC541-7B7A-43D3-8B79-37D633B846F1}">
                <asvg:svgBlip xmlns:asvg="http://schemas.microsoft.com/office/drawing/2016/SVG/main" r:embed="R60cdd766c49244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17325-BE6A-4149-A01F-81F702D5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GitHub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92AD86-6FEC-430A-9026-22B2A0D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1eebb9bae4731">
            <a:extLst>
              <a:ext uri="{96DAC541-7B7A-43D3-8B79-37D633B846F1}">
                <asvg:svgBlip xmlns:asvg="http://schemas.microsoft.com/office/drawing/2016/SVG/main" r:embed="Ra30ef943badf44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62850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19A56D-E843-4CC2-A75C-48C27DF4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Vercel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7401B9-EE80-49F5-83D8-B8DE0CBD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B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af0175b9d4192">
            <a:extLst>
              <a:ext uri="{96DAC541-7B7A-43D3-8B79-37D633B846F1}">
                <asvg:svgBlip xmlns:asvg="http://schemas.microsoft.com/office/drawing/2016/SVG/main" r:embed="Rea6b48dfc51246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9F6732-439C-4CBD-A56A-F0B394E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Playwright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CEB2E0-97EE-45D6-BD96-0D9AE45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291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181B"/>
                </a:solidFill>
              </a:defRPr>
            </a:pPr>
            <a:r>
              <a:rPr sz="1050" b="1">
                <a:solidFill>
                  <a:srgbClr val="18181B"/>
                </a:solidFill>
              </a:rPr>
              <a:t>Commit SHA · Sandbox · Test Atom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FB84F-44FC-4B0F-AC6C-D7B9E20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43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97316"/>
                </a:solidFill>
              </a:defRPr>
            </a:pPr>
            <a:r>
              <a:rPr sz="1050" b="0">
                <a:solidFill>
                  <a:srgbClr val="F97316"/>
                </a:solidFill>
              </a:rPr>
              <a:t>격리 실행 + 검수 증거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F0DA59-2BBD-4F98-BBE7-180B57AC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431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D08CAF-B841-4252-8BCA-4871657F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241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B"/>
                </a:solidFill>
              </a:defRPr>
            </a:pPr>
            <a:r>
              <a:rPr sz="1350" b="1">
                <a:solidFill>
                  <a:srgbClr val="18181B"/>
                </a:solidFill>
              </a:rPr>
              <a:t>PAYMENT &amp;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A8A1FF-1221-46F0-BFF1-DCF4CA8B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47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테스트넷 송금 결과를 서버에서 검증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A2CC0D-2E1C-4E78-B68A-7BB572F6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205729ec14ef2">
            <a:extLst>
              <a:ext uri="{96DAC541-7B7A-43D3-8B79-37D633B846F1}">
                <asvg:svgBlip xmlns:asvg="http://schemas.microsoft.com/office/drawing/2016/SVG/main" r:embed="R2e92f4756ef449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77400" y="3286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BF64D4-2E5A-47E9-8390-9B5BBD6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Base Sepolia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A1BC61-E621-49CA-B719-40021DA8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527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4EB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55A726-5605-4004-8891-D78507C6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USDC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A04727-4091-4712-9B87-BFC850C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814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181B"/>
                </a:solidFill>
              </a:defRPr>
            </a:pPr>
            <a:r>
              <a:rPr sz="1125" b="1">
                <a:solidFill>
                  <a:srgbClr val="18181B"/>
                </a:solidFill>
              </a:rPr>
              <a:t>Testnet USDC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D6F310-E385-4D70-A08C-469E1228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4291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181B"/>
                </a:solidFill>
              </a:defRPr>
            </a:pPr>
            <a:r>
              <a:rPr sz="1050" b="1">
                <a:solidFill>
                  <a:srgbClr val="18181B"/>
                </a:solidFill>
              </a:rPr>
              <a:t>ethers.js · MetaMask · 온체인 검증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70DAE1-B98B-4F89-B79F-9E0C4908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743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97316"/>
                </a:solidFill>
              </a:defRPr>
            </a:pPr>
            <a:r>
              <a:rPr sz="1050" b="0">
                <a:solidFill>
                  <a:srgbClr val="F97316"/>
                </a:solidFill>
              </a:rPr>
              <a:t>지급 기록 + 통합 증빙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5D7976-5955-40F1-9377-7EA9EC15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7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91E364-0514-4F33-9740-4A92F2C1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638CAE-782D-4A62-824E-EADFAEBD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3880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B"/>
                </a:solidFill>
              </a:defRPr>
            </a:pPr>
            <a:r>
              <a:rPr sz="1650" b="1">
                <a:solidFill>
                  <a:srgbClr val="18181B"/>
                </a:solidFill>
              </a:rPr>
              <a:t>하나의 백엔드가 전체 이력을 연결합니다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B95655-9266-4681-8661-37365C98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38800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8181B"/>
                </a:solidFill>
              </a:defRPr>
            </a:pPr>
            <a:r>
              <a:rPr sz="1275" b="1">
                <a:solidFill>
                  <a:srgbClr val="18181B"/>
                </a:solidFill>
              </a:rPr>
              <a:t>요구사항 버전  →  SOW 승인  →  Commit SHA  →  검수 결과  →  지급·통합 증빙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4FE426-534D-4316-AE09-C1BAB2E0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53125"/>
            <a:ext cx="641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Base Sepolia 테스트넷 시연 · 실제 가치 없음 · LinKross가 자금을 보관하는 에스크로 구조 아님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D8B50F-CB5F-4DB6-99C9-96296CE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A3AF"/>
                </a:solidFill>
              </a:defRPr>
            </a:pPr>
            <a:r>
              <a:rPr sz="825" b="0">
                <a:solidFill>
                  <a:srgbClr val="9CA3AF"/>
                </a:solidFill>
              </a:rPr>
              <a:t>새싹 양천 1조 · Passion Five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1C1A2C-D66C-4AAB-8FD3-AE0F55B5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532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</a:defRPr>
            </a:pPr>
            <a:r>
              <a:rPr sz="825" b="1">
                <a:solidFill>
                  <a:srgbClr val="9CA3AF"/>
                </a:solidFill>
              </a:rPr>
              <a:t>LinKross</a:t>
            </a:r>
          </a:p>
        </p:txBody>
      </p:sp>
    </p:spTree>
    <p:extLst>
      <p:ext uri="{BB962C8B-B14F-4D97-AF65-F5344CB8AC3E}">
        <p14:creationId xmlns:p14="http://schemas.microsoft.com/office/powerpoint/2010/main" val="1494824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2026-08-25T02:05:01.9530000Z</dcterms:created>
  <dcterms:modified xsi:type="dcterms:W3CDTF">2026-08-25T02:05:01.9530000Z</dcterms:modified>
</coreProperties>
</file>