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1e87f134745dd" /><Relationship Type="http://schemas.openxmlformats.org/officeDocument/2006/relationships/extended-properties" Target="/docProps/app.xml" Id="R1e64b8137e0a4076" /><Relationship Type="http://schemas.openxmlformats.org/officeDocument/2006/relationships/officeDocument" Target="/ppt/presentation.xml" Id="R2e17b51e27af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c63f7e3d1460e"/>
  </p:sldMasterIdLst>
  <p:notesMasterIdLst>
    <p:notesMasterId xmlns:r="http://schemas.openxmlformats.org/officeDocument/2006/relationships" r:id="R165b43e6171c43df"/>
  </p:notesMasterIdLst>
  <p:sldIdLst>
    <p:sldId xmlns:r="http://schemas.openxmlformats.org/officeDocument/2006/relationships" id="256" r:id="R9ddaf19bf56d45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60c083dea4434" /><Relationship Type="http://schemas.openxmlformats.org/officeDocument/2006/relationships/slideMaster" Target="/ppt/slideMasters/slideMaster1.xml" Id="Rbcdc63f7e3d1460e" /><Relationship Type="http://schemas.openxmlformats.org/officeDocument/2006/relationships/notesMaster" Target="/ppt/notesMasters/notesMaster1.xml" Id="R165b43e6171c43df" /><Relationship Type="http://schemas.openxmlformats.org/officeDocument/2006/relationships/presProps" Target="/ppt/presProps.xml" Id="R57c9dd8c364d41d6" /><Relationship Type="http://schemas.openxmlformats.org/officeDocument/2006/relationships/tableStyles" Target="/ppt/tableStyles.xml" Id="Rd8841b481ee14aa1" /><Relationship Type="http://schemas.openxmlformats.org/officeDocument/2006/relationships/slide" Target="/ppt/slides/slide1.xml" Id="R9ddaf19bf56d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718405ba80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9a8fa1a6f4883" /><Relationship Type="http://schemas.openxmlformats.org/officeDocument/2006/relationships/notesMaster" Target="/ppt/notesMasters/notesMaster1.xml" Id="Ra25c788188d5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/Users/mj/Dev/LinKross/src/lib/verification-atom-composer.ts (Test Atom 조합 및 엄격 파서)</a:t>
            </a:r>
          </a:p>
          <a:p xmlns:a="http://schemas.openxmlformats.org/drawingml/2006/main">
            <a:r>
              <a:t>- /Users/mj/Dev/LinKross/src/lib/verification-runner/playwright-harness.ts (Atom 실행 의미)</a:t>
            </a:r>
          </a:p>
          <a:p xmlns:a="http://schemas.openxmlformats.org/drawingml/2006/main">
            <a:r>
              <a:t>- /Users/mj/Dev/LinKross/eval/results/judgment-compiled-2026-08-21T16-48-20.md (False PASS 16.7%)</a:t>
            </a:r>
          </a:p>
          <a:p xmlns:a="http://schemas.openxmlformats.org/drawingml/2006/main">
            <a:r>
              <a:t>- /Users/mj/Dev/LinKross/eval/results/judgment-target-names-2026-08-21T18-27-05.md (False PASS 3.8%)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4516032724c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9c7caff824ee6" /><Relationship Type="http://schemas.openxmlformats.org/officeDocument/2006/relationships/slideLayout" Target="/ppt/slideLayouts/slideLayout1.xml" Id="Rc8dbc4ab2ea64b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dbc4ab2ea64b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0794dafc6402f" /><Relationship Type="http://schemas.openxmlformats.org/officeDocument/2006/relationships/image" Target="/ppt/media/image.png" Id="R01e5a4f229804247" /><Relationship Type="http://schemas.openxmlformats.org/officeDocument/2006/relationships/notesSlide" Target="/ppt/notesSlides/notesSlide1.xml" Id="Re39969ef59b4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5a4f229804247"/>
          <a:stretch xmlns:a="http://schemas.openxmlformats.org/drawingml/2006/main"/>
        </p:blipFill>
        <p:spPr>
          <a:xfrm xmlns:a="http://schemas.openxmlformats.org/drawingml/2006/main">
            <a:off x="514350" y="325315"/>
            <a:ext cx="1762125" cy="40664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90AF2-1C05-432E-ACAE-5B83E87E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서비스 기획자/PM을 위한 AI 활용 데이터 실무 프로젝트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1280-F6DD-4732-A470-8AD7518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CORE FEATURE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D7FD4-0105-41AE-A5ED-5C26D80B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Test Atom은 검수 동작을 레고처럼 조립합니다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A5B40-B4B7-4F5A-BDF7-D8082F2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예시 DoD  ·  /login에서 잘못된 비밀번호 입력 시 오류 메시지 표시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94678-A156-4E8C-8EFD-B1AB114B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0871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B534C-84D2-4FC1-AA15-54D0AC55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95725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BE52B-3EB2-444A-ADB8-A2929EE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338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5253C-0A2E-45BA-957D-BA8409B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01  APPROVED DoD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4501-4891-4320-AAF3-F7859ED4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검수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1C913-6E52-4038-815C-058CC778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057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A2398-79E0-487A-B439-179373EF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3C7A9-1D50-4DD4-8FBD-1B42046A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8140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/login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1163C-C685-44B3-8218-871A6B3B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1477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잘못된 비밀번호 입력 시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오류 메시지 표시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889F2-589E-4550-BA7E-3049E17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사람이 승인한 완료조건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864AC-B877-4D2F-9EFC-C56EC5C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7924800" cy="277177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49A71-3C3E-4921-BD5F-E0F73FF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03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BA74"/>
                </a:solidFill>
              </a:defRPr>
            </a:pPr>
            <a:r>
              <a:rPr sz="975" b="1">
                <a:solidFill>
                  <a:srgbClr val="FDBA74"/>
                </a:solidFill>
              </a:rPr>
              <a:t>02  TEST ATOM  ·  Playwright가 순서대로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06548-F6C3-4E41-9B60-E0C9FB5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FC0D9"/>
                </a:solidFill>
              </a:defRPr>
            </a:pPr>
            <a:r>
              <a:rPr sz="975" b="1">
                <a:solidFill>
                  <a:srgbClr val="AFC0D9"/>
                </a:solidFill>
              </a:rPr>
              <a:t>준비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3825F-8C1E-46FA-80ED-4DBF59FE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9562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FC0D9"/>
                </a:solidFill>
              </a:defRPr>
            </a:pPr>
            <a:r>
              <a:rPr sz="975" b="1">
                <a:solidFill>
                  <a:srgbClr val="AFC0D9"/>
                </a:solidFill>
              </a:rPr>
              <a:t>검수 행동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00412-4B0B-4A93-9A3C-CD91656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956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BA74"/>
                </a:solidFill>
              </a:defRPr>
            </a:pPr>
            <a:r>
              <a:rPr sz="975" b="1">
                <a:solidFill>
                  <a:srgbClr val="FDBA74"/>
                </a:solidFill>
              </a:rPr>
              <a:t>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56B3B-AB55-48BF-8691-CBBBAC3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528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68705-AFE3-443B-BF6F-1723E95D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86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DBA74"/>
                </a:solidFill>
              </a:defRPr>
            </a:pPr>
            <a:r>
              <a:rPr sz="1275" b="1">
                <a:solidFill>
                  <a:srgbClr val="FDBA74"/>
                </a:solidFill>
              </a:rPr>
              <a:t>goto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190AF-0A4F-4EF4-86FE-25580FDF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화면 이동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A163F-56BB-44DB-850D-12DC821E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1338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3E5"/>
                </a:solidFill>
              </a:defRPr>
            </a:pPr>
            <a:r>
              <a:rPr sz="1050" b="0">
                <a:solidFill>
                  <a:srgbClr val="C7D3E5"/>
                </a:solidFill>
              </a:rPr>
              <a:t>/login 열기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A8A52-66B5-4F50-8EBF-D93C7544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14750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DBA74"/>
                </a:solidFill>
              </a:defRPr>
            </a:pPr>
            <a:r>
              <a:rPr sz="1800" b="1">
                <a:solidFill>
                  <a:srgbClr val="FDBA74"/>
                </a:solidFill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73AB7-A91B-4124-B2F7-5702D34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A1B67-5BC7-4BD3-B0FA-3904A950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DBA74"/>
                </a:solidFill>
              </a:defRPr>
            </a:pPr>
            <a:r>
              <a:rPr sz="1275" b="1">
                <a:solidFill>
                  <a:srgbClr val="FDBA74"/>
                </a:solidFill>
              </a:rPr>
              <a:t>fill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90A40-92D0-45C2-A68F-1D0972C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값 입력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0EBCF-A7FD-4BFF-B0D4-5CF6D61E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338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3E5"/>
                </a:solidFill>
              </a:defRPr>
            </a:pPr>
            <a:r>
              <a:rPr sz="1050" b="0">
                <a:solidFill>
                  <a:srgbClr val="C7D3E5"/>
                </a:solidFill>
              </a:rPr>
              <a:t>정상 이메일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6C6A6-8681-4A96-B870-06B6564B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DBA74"/>
                </a:solidFill>
              </a:defRPr>
            </a:pPr>
            <a:r>
              <a:rPr sz="1800" b="1">
                <a:solidFill>
                  <a:srgbClr val="FDBA74"/>
                </a:solidFill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94A07D-7A4C-468C-BFCD-2492F81B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528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25E98-9876-434E-BC56-478AA8C7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86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DBA74"/>
                </a:solidFill>
              </a:defRPr>
            </a:pPr>
            <a:r>
              <a:rPr sz="1275" b="1">
                <a:solidFill>
                  <a:srgbClr val="FDBA74"/>
                </a:solidFill>
              </a:rPr>
              <a:t>fill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14FB10-20E7-4C30-ABC1-A4B68266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값 입력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27BE2-20F5-42F5-AE4A-9C51E65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7D3E5"/>
                </a:solidFill>
              </a:defRPr>
            </a:pPr>
            <a:r>
              <a:rPr sz="975" b="0">
                <a:solidFill>
                  <a:srgbClr val="C7D3E5"/>
                </a:solidFill>
              </a:rPr>
              <a:t>잘못된 비밀번호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3B43C8-834D-4BA9-AB15-AD7572F9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14750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DBA74"/>
                </a:solidFill>
              </a:defRPr>
            </a:pPr>
            <a:r>
              <a:rPr sz="1800" b="1">
                <a:solidFill>
                  <a:srgbClr val="FDBA74"/>
                </a:solidFill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2A3C6D-4708-4914-9EF8-5254611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10BF74-8C80-40F8-86A8-3BF6A07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DBA74"/>
                </a:solidFill>
              </a:defRPr>
            </a:pPr>
            <a:r>
              <a:rPr sz="1275" b="1">
                <a:solidFill>
                  <a:srgbClr val="FDBA74"/>
                </a:solidFill>
              </a:rPr>
              <a:t>click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BDA953-12B6-4AA1-83E2-9569825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버튼 선택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05F53F-E7A6-46B6-ADA2-55C9538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3E5"/>
                </a:solidFill>
              </a:defRPr>
            </a:pPr>
            <a:r>
              <a:rPr sz="1050" b="0">
                <a:solidFill>
                  <a:srgbClr val="C7D3E5"/>
                </a:solidFill>
              </a:rPr>
              <a:t>로그인 시도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B132C-2795-4548-8542-5F52336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DBA74"/>
                </a:solidFill>
              </a:defRPr>
            </a:pPr>
            <a:r>
              <a:rPr sz="1800" b="1">
                <a:solidFill>
                  <a:srgbClr val="FDBA74"/>
                </a:solidFill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1BA4CA-D25A-4084-AC50-2A2AF09C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528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C5EBD0-020E-44D9-B251-35A12F0F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86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expect_*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17F5CD-2604-40CC-B903-E0433C2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100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결과 확인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E8BDFA-CE4B-4843-B060-4CFCE0D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1338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오류 안내 표시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8B0358-A2DF-47E7-BA94-5C1950F4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38675"/>
            <a:ext cx="73914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F2D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603F8F-4190-4818-BABC-8ECBEB71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3392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BA74"/>
                </a:solidFill>
              </a:defRPr>
            </a:pPr>
            <a:r>
              <a:rPr sz="900" b="1">
                <a:solidFill>
                  <a:srgbClr val="FDBA74"/>
                </a:solidFill>
              </a:rPr>
              <a:t>ATOM LIBRARY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D099C4-66EF-4081-8055-6326D7B8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24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이동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EBF9D7-F632-4D9C-81E8-C049F9A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2442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0D9"/>
                </a:solidFill>
              </a:defRPr>
            </a:pPr>
            <a:r>
              <a:rPr sz="825" b="0">
                <a:solidFill>
                  <a:srgbClr val="AFC0D9"/>
                </a:solidFill>
              </a:rPr>
              <a:t>goto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C39184-BC5F-4731-880E-7DA0352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입력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7F9925-DEEC-4DDC-8553-8390D0B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24425"/>
            <a:ext cx="838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FC0D9"/>
                </a:solidFill>
              </a:defRPr>
            </a:pPr>
            <a:r>
              <a:rPr sz="750" b="0">
                <a:solidFill>
                  <a:srgbClr val="AFC0D9"/>
                </a:solidFill>
              </a:rPr>
              <a:t>fill · press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75AFDC-E798-4194-BE87-4010BDAC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6EB428-6D3D-4A0A-A99F-01EAE217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24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FC0D9"/>
                </a:solidFill>
              </a:defRPr>
            </a:pPr>
            <a:r>
              <a:rPr sz="675" b="0">
                <a:solidFill>
                  <a:srgbClr val="AFC0D9"/>
                </a:solidFill>
              </a:rPr>
              <a:t>click · select_option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C5E5E8-02ED-44BB-A66B-0CA38F4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1362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화면 확인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B21B6D-9E8F-4453-A8FE-FA4BD00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24425"/>
            <a:ext cx="1362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FC0D9"/>
                </a:solidFill>
              </a:defRPr>
            </a:pPr>
            <a:r>
              <a:rPr sz="675" b="0">
                <a:solidFill>
                  <a:srgbClr val="AFC0D9"/>
                </a:solidFill>
              </a:rPr>
              <a:t>expect_visible · 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7763D4-446B-4B17-8D9E-95CF253F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724400"/>
            <a:ext cx="1304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상태 확인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3BC93C-D2AD-4805-BE4E-899EE3F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924425"/>
            <a:ext cx="1304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FC0D9"/>
                </a:solidFill>
              </a:defRPr>
            </a:pPr>
            <a:r>
              <a:rPr sz="675" b="0">
                <a:solidFill>
                  <a:srgbClr val="AFC0D9"/>
                </a:solidFill>
              </a:rPr>
              <a:t>path · count · checked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6D93BF-E8DF-4B1B-807D-0958E8F7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087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35B245-A994-45AA-BE4B-B0C67D7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BAF2BA-9A1F-4E57-9049-B0C35AC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BA74"/>
                </a:solidFill>
              </a:defRPr>
            </a:pPr>
            <a:r>
              <a:rPr sz="975" b="1">
                <a:solidFill>
                  <a:srgbClr val="FDBA74"/>
                </a:solidFill>
              </a:rPr>
              <a:t>FALSE PASS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94E169-8FC8-4DB8-AF71-953F34E1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16.7%  →  3.8%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D71B0D-2098-4D87-A8CA-E45DD1F5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857875"/>
            <a:ext cx="676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고장난 결과물을 잘못 통과시키는 비율 12.9%p 감소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005208-78AA-4C89-9F1C-9D98C27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153150"/>
            <a:ext cx="676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5D8"/>
                </a:solidFill>
              </a:defRPr>
            </a:pPr>
            <a:r>
              <a:rPr sz="1050" b="0">
                <a:solidFill>
                  <a:srgbClr val="B8C5D8"/>
                </a:solidFill>
              </a:rPr>
              <a:t>엄격한 Atom 조합 검증을 통과하지 못하면 자동 판정하지 않고 사람 확인으로 전환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1DF67B-A7BC-4BA9-81FF-D47EC95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새싹 양천 1조 · Passion Five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C41737-9385-4165-8C8A-E92C672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LinKross</a:t>
            </a:r>
          </a:p>
        </p:txBody>
      </p:sp>
    </p:spTree>
    <p:extLst>
      <p:ext uri="{BB962C8B-B14F-4D97-AF65-F5344CB8AC3E}">
        <p14:creationId xmlns:p14="http://schemas.microsoft.com/office/powerpoint/2010/main" val="1999802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2026-08-24T16:34:54.6640000Z</dcterms:created>
  <dcterms:modified xsi:type="dcterms:W3CDTF">2026-08-24T16:34:54.6640000Z</dcterms:modified>
</coreProperties>
</file>